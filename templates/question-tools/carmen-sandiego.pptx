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Outfit Black"/>
      <p:bold r:id="rId8"/>
    </p:embeddedFont>
    <p:embeddedFont>
      <p:font typeface="Outfit"/>
      <p:regular r:id="rId9"/>
      <p:bold r:id="rId10"/>
    </p:embeddedFont>
    <p:embeddedFont>
      <p:font typeface="Chelsea Market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helseaMarket-regular.fntdata"/><Relationship Id="rId10" Type="http://schemas.openxmlformats.org/officeDocument/2006/relationships/font" Target="fonts/Outfi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Outfi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Outfit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8c7daa98d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8c7daa98d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BT Them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mc:AlternateContent>
    <mc:Choice Requires="p14">
      <p:transition spd="slow" p14:dur="1000">
        <p:push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question_av_asset_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0" y="247300"/>
            <a:ext cx="9144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434343"/>
                </a:solidFill>
                <a:latin typeface="Outfit"/>
                <a:ea typeface="Outfit"/>
                <a:cs typeface="Outfit"/>
                <a:sym typeface="Outfit"/>
              </a:rPr>
              <a:t>[question_text]</a:t>
            </a:r>
            <a:endParaRPr b="1" sz="2400">
              <a:solidFill>
                <a:srgbClr val="43434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descr="Carmen Sandiego (1)-01" id="56" name="Google Shape;56;p13" title="INSERT INTRO SLIDE"/>
          <p:cNvSpPr txBox="1"/>
          <p:nvPr/>
        </p:nvSpPr>
        <p:spPr>
          <a:xfrm>
            <a:off x="0" y="-799100"/>
            <a:ext cx="8709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🎫</a:t>
            </a:r>
            <a:endParaRPr sz="1000">
              <a:solidFill>
                <a:srgbClr val="000000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Chelsea Market"/>
                <a:ea typeface="Chelsea Market"/>
                <a:cs typeface="Chelsea Market"/>
                <a:sym typeface="Chelsea Market"/>
              </a:rPr>
              <a:t>INSERT INTRO SLIDE</a:t>
            </a:r>
            <a:endParaRPr sz="1000">
              <a:solidFill>
                <a:srgbClr val="18ADE4"/>
              </a:solidFill>
              <a:latin typeface="Chelsea Market"/>
              <a:ea typeface="Chelsea Market"/>
              <a:cs typeface="Chelsea Market"/>
              <a:sym typeface="Chelsea Market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04800" y="228600"/>
            <a:ext cx="10998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8DE81"/>
                </a:solidFill>
                <a:latin typeface="Outfit Black"/>
                <a:ea typeface="Outfit Black"/>
                <a:cs typeface="Outfit Black"/>
                <a:sym typeface="Outfit Black"/>
              </a:rPr>
              <a:t>[q]</a:t>
            </a:r>
            <a:endParaRPr sz="2400">
              <a:solidFill>
                <a:srgbClr val="F8DE8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question_av_asset_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answer_av_asset_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0" y="247300"/>
            <a:ext cx="9144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434343"/>
                </a:solidFill>
                <a:latin typeface="Outfit"/>
                <a:ea typeface="Outfit"/>
                <a:cs typeface="Outfit"/>
                <a:sym typeface="Outfit"/>
              </a:rPr>
              <a:t>[question_text]</a:t>
            </a:r>
            <a:endParaRPr b="1" sz="2400">
              <a:solidFill>
                <a:srgbClr val="43434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04800" y="228600"/>
            <a:ext cx="1099800" cy="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8DE81"/>
                </a:solidFill>
                <a:latin typeface="Outfit Black"/>
                <a:ea typeface="Outfit Black"/>
                <a:cs typeface="Outfit Black"/>
                <a:sym typeface="Outfit Black"/>
              </a:rPr>
              <a:t>[q]</a:t>
            </a:r>
            <a:endParaRPr sz="2400">
              <a:solidFill>
                <a:srgbClr val="F8DE81"/>
              </a:solidFill>
              <a:latin typeface="Outfit Black"/>
              <a:ea typeface="Outfit Black"/>
              <a:cs typeface="Outfit Black"/>
              <a:sym typeface="Outfit Bla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