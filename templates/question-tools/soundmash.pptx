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Outfit Black"/>
      <p:bold r:id="rId8"/>
    </p:embeddedFont>
    <p:embeddedFont>
      <p:font typeface="Outfit ExtraBold"/>
      <p:bold r:id="rId9"/>
    </p:embeddedFont>
    <p:embeddedFont>
      <p:font typeface="Chelsea Market"/>
      <p:regular r:id="rId10"/>
    </p:embeddedFont>
    <p:embeddedFont>
      <p:font typeface="Outfit SemiBold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utfitSemiBold-regular.fntdata"/><Relationship Id="rId10" Type="http://schemas.openxmlformats.org/officeDocument/2006/relationships/font" Target="fonts/ChelseaMarket-regular.fntdata"/><Relationship Id="rId12" Type="http://schemas.openxmlformats.org/officeDocument/2006/relationships/font" Target="fonts/Outfit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utfit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Outfit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8c7daa996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8c7daa996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BT Them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1530900" y="969625"/>
            <a:ext cx="6082200" cy="7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You are about to hear two quick snippets of songs played back to back. Name these two song titles.</a:t>
            </a:r>
            <a:endParaRPr sz="1800">
              <a:solidFill>
                <a:srgbClr val="43434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descr="SoundMash (2)-01" id="55" name="Google Shape;55;p13" title="INSERT INTRO SLIDE"/>
          <p:cNvSpPr txBox="1"/>
          <p:nvPr/>
        </p:nvSpPr>
        <p:spPr>
          <a:xfrm>
            <a:off x="0" y="-799100"/>
            <a:ext cx="8709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🎫</a:t>
            </a:r>
            <a:endParaRPr sz="1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INSERT INTRO SLIDE</a:t>
            </a:r>
            <a:endParaRPr sz="1000">
              <a:solidFill>
                <a:srgbClr val="18ADE4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04800" y="228600"/>
            <a:ext cx="10998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8DE81"/>
                </a:solidFill>
                <a:latin typeface="Outfit Black"/>
                <a:ea typeface="Outfit Black"/>
                <a:cs typeface="Outfit Black"/>
                <a:sym typeface="Outfit Black"/>
              </a:rPr>
              <a:t>[q]</a:t>
            </a:r>
            <a:endParaRPr sz="2400">
              <a:solidFill>
                <a:srgbClr val="F8DE8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598" y="310159"/>
            <a:ext cx="6400804" cy="65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7187" y="1788613"/>
            <a:ext cx="1909645" cy="1909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17187" y="1788613"/>
            <a:ext cx="1909645" cy="1909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93225" y="1874252"/>
            <a:ext cx="1016152" cy="164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2626000" y="1874252"/>
            <a:ext cx="1016152" cy="164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1040111" y="3926870"/>
            <a:ext cx="7063800" cy="937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BC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3500">
                <a:solidFill>
                  <a:srgbClr val="FBC500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[answer_text]</a:t>
            </a:r>
            <a:endParaRPr sz="3500">
              <a:solidFill>
                <a:srgbClr val="FBC500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530900" y="969625"/>
            <a:ext cx="6082200" cy="74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You are about to hear two quick snippets of songs played back to back. Name these two song titles.</a:t>
            </a:r>
            <a:endParaRPr sz="1800">
              <a:solidFill>
                <a:srgbClr val="43434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descr="SoundMash (2)-01" id="68" name="Google Shape;68;p14" title="INSERT INTRO SLIDE"/>
          <p:cNvSpPr txBox="1"/>
          <p:nvPr/>
        </p:nvSpPr>
        <p:spPr>
          <a:xfrm>
            <a:off x="0" y="-799100"/>
            <a:ext cx="8709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🎫</a:t>
            </a:r>
            <a:endParaRPr sz="1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INSERT INTRO SLIDE</a:t>
            </a:r>
            <a:endParaRPr sz="1000">
              <a:solidFill>
                <a:srgbClr val="18ADE4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04800" y="228600"/>
            <a:ext cx="10998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8DE81"/>
                </a:solidFill>
                <a:latin typeface="Outfit Black"/>
                <a:ea typeface="Outfit Black"/>
                <a:cs typeface="Outfit Black"/>
                <a:sym typeface="Outfit Black"/>
              </a:rPr>
              <a:t>[q]</a:t>
            </a:r>
            <a:endParaRPr sz="2400">
              <a:solidFill>
                <a:srgbClr val="F8DE8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598" y="310159"/>
            <a:ext cx="6400804" cy="65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7187" y="1788613"/>
            <a:ext cx="1909645" cy="1909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17187" y="1788613"/>
            <a:ext cx="1909645" cy="1909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93225" y="1874252"/>
            <a:ext cx="1016152" cy="164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2626000" y="1874252"/>
            <a:ext cx="1016152" cy="164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