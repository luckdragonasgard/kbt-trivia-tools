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Outfit ExtraBold"/>
      <p:bold r:id="rId8"/>
    </p:embeddedFont>
    <p:embeddedFont>
      <p:font typeface="Outfit Black"/>
      <p:bold r:id="rId9"/>
    </p:embeddedFont>
    <p:embeddedFont>
      <p:font typeface="Outfit SemiBold"/>
      <p:regular r:id="rId10"/>
      <p:bold r:id="rId11"/>
    </p:embeddedFont>
    <p:embeddedFont>
      <p:font typeface="Outfit Medium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utfitSemiBold-bold.fntdata"/><Relationship Id="rId10" Type="http://schemas.openxmlformats.org/officeDocument/2006/relationships/font" Target="fonts/OutfitSemiBold-regular.fntdata"/><Relationship Id="rId13" Type="http://schemas.openxmlformats.org/officeDocument/2006/relationships/font" Target="fonts/OutfitMedium-bold.fntdata"/><Relationship Id="rId12" Type="http://schemas.openxmlformats.org/officeDocument/2006/relationships/font" Target="fonts/Outfit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OutfitBlack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Outfit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c7dbb48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c7dbb48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630000" y="1476925"/>
            <a:ext cx="7884000" cy="311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881C8"/>
              </a:buClr>
              <a:buSzPts val="2400"/>
              <a:buFont typeface="Outfit ExtraBold"/>
              <a:buChar char="●"/>
            </a:pPr>
            <a:r>
              <a:rPr lang="en-GB" sz="2400">
                <a:solidFill>
                  <a:srgbClr val="D881C8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[question_supporttext]</a:t>
            </a:r>
            <a:endParaRPr sz="2400">
              <a:solidFill>
                <a:srgbClr val="D881C8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879750" y="852755"/>
            <a:ext cx="73845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All these events happened in the same year - what year was it?</a:t>
            </a:r>
            <a:endParaRPr sz="1800">
              <a:solidFill>
                <a:srgbClr val="434343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04800" y="228600"/>
            <a:ext cx="10998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D881C8"/>
                </a:solidFill>
                <a:latin typeface="Outfit Black"/>
                <a:ea typeface="Outfit Black"/>
                <a:cs typeface="Outfit Black"/>
                <a:sym typeface="Outfit Black"/>
              </a:rPr>
              <a:t>[q]</a:t>
            </a:r>
            <a:endParaRPr sz="2400">
              <a:solidFill>
                <a:srgbClr val="D881C8"/>
              </a:solidFill>
              <a:latin typeface="Outfit Black"/>
              <a:ea typeface="Outfit Black"/>
              <a:cs typeface="Outfit Black"/>
              <a:sym typeface="Outfit Black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1600" y="304809"/>
            <a:ext cx="6400804" cy="659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630000" y="1476925"/>
            <a:ext cx="7884000" cy="311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881C8"/>
              </a:buClr>
              <a:buSzPts val="2400"/>
              <a:buFont typeface="Outfit ExtraBold"/>
              <a:buChar char="●"/>
            </a:pPr>
            <a:r>
              <a:rPr lang="en-GB" sz="2400">
                <a:solidFill>
                  <a:srgbClr val="D881C8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[question_supporttext]</a:t>
            </a:r>
            <a:endParaRPr sz="2400">
              <a:solidFill>
                <a:srgbClr val="D881C8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87850" y="2071250"/>
            <a:ext cx="7968300" cy="17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0">
                <a:solidFill>
                  <a:srgbClr val="D881C8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[answer_text]</a:t>
            </a:r>
            <a:endParaRPr sz="8000">
              <a:solidFill>
                <a:srgbClr val="D881C8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D881C8"/>
                </a:solidFill>
                <a:latin typeface="Outfit Medium"/>
                <a:ea typeface="Outfit Medium"/>
                <a:cs typeface="Outfit Medium"/>
                <a:sym typeface="Outfit Medium"/>
              </a:rPr>
              <a:t>[answer_supporttext]</a:t>
            </a:r>
            <a:endParaRPr sz="3000">
              <a:solidFill>
                <a:srgbClr val="D881C8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879750" y="852755"/>
            <a:ext cx="73845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All these events happened in the same year - what year was it?</a:t>
            </a:r>
            <a:endParaRPr sz="1800">
              <a:solidFill>
                <a:srgbClr val="434343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304800" y="228600"/>
            <a:ext cx="10998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D881C8"/>
                </a:solidFill>
                <a:latin typeface="Outfit Black"/>
                <a:ea typeface="Outfit Black"/>
                <a:cs typeface="Outfit Black"/>
                <a:sym typeface="Outfit Black"/>
              </a:rPr>
              <a:t>[q]</a:t>
            </a:r>
            <a:endParaRPr sz="2400">
              <a:solidFill>
                <a:srgbClr val="D881C8"/>
              </a:solidFill>
              <a:latin typeface="Outfit Black"/>
              <a:ea typeface="Outfit Black"/>
              <a:cs typeface="Outfit Black"/>
              <a:sym typeface="Outfit Black"/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1600" y="304809"/>
            <a:ext cx="6400804" cy="659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