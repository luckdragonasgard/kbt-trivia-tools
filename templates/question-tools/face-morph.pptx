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utfit Black"/>
      <p:bold r:id="rId8"/>
    </p:embeddedFont>
    <p:embeddedFont>
      <p:font typeface="Outfit ExtraBold"/>
      <p:bold r:id="rId9"/>
    </p:embeddedFont>
    <p:embeddedFont>
      <p:font typeface="Chelsea Market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ChelseaMarket-regular.fntdata"/><Relationship Id="rId9" Type="http://schemas.openxmlformats.org/officeDocument/2006/relationships/font" Target="fonts/Outfi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utfi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c7daa98d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c7daa98d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question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Face Morph (2)-01" id="55" name="Google Shape;55;p13" title="INSERT INTRO SLIDE"/>
          <p:cNvSpPr txBox="1"/>
          <p:nvPr/>
        </p:nvSpPr>
        <p:spPr>
          <a:xfrm>
            <a:off x="0" y="-770525"/>
            <a:ext cx="870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🎫</a:t>
            </a:r>
            <a:endParaRPr sz="1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INSERT INTRO SLIDE</a:t>
            </a:r>
            <a:endParaRPr sz="1000">
              <a:solidFill>
                <a:srgbClr val="18ADE4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D7AEC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9D7AEC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98" y="310159"/>
            <a:ext cx="6400804" cy="65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question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answer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1040111" y="3926870"/>
            <a:ext cx="7063800" cy="937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6143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3500">
                <a:solidFill>
                  <a:srgbClr val="9D7AE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[answer_text]</a:t>
            </a:r>
            <a:endParaRPr sz="3500">
              <a:solidFill>
                <a:srgbClr val="9D7AEC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D7AEC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9D7AEC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598" y="310159"/>
            <a:ext cx="6400804" cy="65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