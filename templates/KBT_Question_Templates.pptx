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640080" cy="32004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R_Q_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0972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Name The Brain.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822960"/>
            <a:ext cx="3657600" cy="3840480"/>
          </a:xfrm>
          <a:prstGeom prst="rect">
            <a:avLst/>
          </a:prstGeom>
          <a:solidFill>
            <a:srgbClr val="F0F0F0"/>
          </a:solidFill>
          <a:ln>
            <a:noFill/>
          </a:ln>
          <a:ln w="63500">
            <a:solidFill>
              <a:srgbClr val="FFFFFF"/>
            </a:solidFill>
          </a:ln>
          <a:effectLst>
            <a:outerShdw blurRad="101600" dist="50800" dir="81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400" i="1">
                <a:solidFill>
                  <a:srgbClr val="999999"/>
                </a:solidFill>
              </a:rPr>
              <a:t>Drop cutout of top of head here
(PNG with transparent background)
White border + shadow auto-applied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709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999999"/>
                </a:solidFill>
              </a:rPr>
              <a:t>BrainA [Name].png — Save as 1920×1080 PNG, transparent bg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640080" cy="32004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R_Q_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0972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Name The Brain.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0" y="822960"/>
            <a:ext cx="3200400" cy="3474720"/>
          </a:xfrm>
          <a:prstGeom prst="rect">
            <a:avLst/>
          </a:prstGeom>
          <a:solidFill>
            <a:srgbClr val="F0F0F0"/>
          </a:solidFill>
          <a:ln>
            <a:noFill/>
          </a:ln>
          <a:ln w="63500">
            <a:solidFill>
              <a:srgbClr val="FFFFFF"/>
            </a:solidFill>
          </a:ln>
          <a:effectLst>
            <a:outerShdw blurRad="101600" dist="50800" dir="81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400" i="1">
                <a:solidFill>
                  <a:srgbClr val="999999"/>
                </a:solidFill>
              </a:rPr>
              <a:t>Drop full face cutout here
(reveal image)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0B4D8"/>
                </a:solidFill>
              </a:rPr>
              <a:t>Answer Name 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709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999999"/>
                </a:solidFill>
              </a:rPr>
              <a:t>BrainB [Name].png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640080" cy="32004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R_Q_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0972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9B59B6"/>
                </a:solidFill>
              </a:rPr>
              <a:t>Facemorph.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0" y="822960"/>
            <a:ext cx="4572000" cy="3840480"/>
          </a:xfrm>
          <a:prstGeom prst="rect">
            <a:avLst/>
          </a:prstGeom>
          <a:solidFill>
            <a:srgbClr val="F0F0F0"/>
          </a:solidFill>
          <a:ln>
            <a:noFill/>
          </a:ln>
          <a:ln w="63500">
            <a:solidFill>
              <a:srgbClr val="FFFFFF"/>
            </a:solidFill>
          </a:ln>
          <a:effectLst>
            <a:outerShdw blurRad="101600" dist="50800" dir="81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400" i="1">
                <a:solidFill>
                  <a:srgbClr val="999999"/>
                </a:solidFill>
              </a:rPr>
              <a:t>Drop merged face image here
(Face 1 outside + Face 2 features)
White border + shadow auto-applied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709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999999"/>
                </a:solidFill>
              </a:rPr>
              <a:t>MorphA [Name1] [Name2].jpg — Two related celebs, straight-on shots, eyes aligned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640080" cy="32004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R_Q_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0972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9B59B6"/>
                </a:solidFill>
              </a:rPr>
              <a:t>Facemorph.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3474720" cy="3840480"/>
          </a:xfrm>
          <a:prstGeom prst="rect">
            <a:avLst/>
          </a:prstGeom>
          <a:solidFill>
            <a:srgbClr val="F0F0F0"/>
          </a:solidFill>
          <a:ln>
            <a:noFill/>
          </a:ln>
          <a:ln w="63500">
            <a:solidFill>
              <a:srgbClr val="FFFFFF"/>
            </a:solidFill>
          </a:ln>
          <a:effectLst>
            <a:outerShdw blurRad="101600" dist="50800" dir="81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400" i="1">
                <a:solidFill>
                  <a:srgbClr val="999999"/>
                </a:solidFill>
              </a:rPr>
              <a:t>Face 1 cutout
(white border + shadow)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0" y="822960"/>
            <a:ext cx="3474720" cy="3840480"/>
          </a:xfrm>
          <a:prstGeom prst="rect">
            <a:avLst/>
          </a:prstGeom>
          <a:solidFill>
            <a:srgbClr val="F0F0F0"/>
          </a:solidFill>
          <a:ln>
            <a:noFill/>
          </a:ln>
          <a:ln w="63500">
            <a:solidFill>
              <a:srgbClr val="FFFFFF"/>
            </a:solidFill>
          </a:ln>
          <a:effectLst>
            <a:outerShdw blurRad="101600" dist="50800" dir="81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400" i="1">
                <a:solidFill>
                  <a:srgbClr val="999999"/>
                </a:solidFill>
              </a:rPr>
              <a:t>Face 2 cutout
(white border + shadow)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9B59B6"/>
                </a:solidFill>
              </a:rPr>
              <a:t>Name 1 &amp; Name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64008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R_Q_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0972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0B981"/>
                </a:solidFill>
              </a:rPr>
              <a:t>Name The Brand.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3840480" cy="3840480"/>
          </a:xfrm>
          <a:prstGeom prst="rect">
            <a:avLst/>
          </a:prstGeom>
          <a:solidFill>
            <a:srgbClr val="F0F0F0"/>
          </a:solidFill>
          <a:ln>
            <a:noFill/>
          </a:ln>
          <a:ln w="63500">
            <a:solidFill>
              <a:srgbClr val="FFFFFF"/>
            </a:solidFill>
          </a:ln>
          <a:effectLst>
            <a:outerShdw blurRad="101600" dist="50800" dir="81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400" i="1">
                <a:solidFill>
                  <a:srgbClr val="999999"/>
                </a:solidFill>
              </a:rPr>
              <a:t>Cropped Logo 1
(show only a small portion)
White border + shadow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822960"/>
            <a:ext cx="3840480" cy="3840480"/>
          </a:xfrm>
          <a:prstGeom prst="rect">
            <a:avLst/>
          </a:prstGeom>
          <a:solidFill>
            <a:srgbClr val="F0F0F0"/>
          </a:solidFill>
          <a:ln>
            <a:noFill/>
          </a:ln>
          <a:ln w="63500">
            <a:solidFill>
              <a:srgbClr val="FFFFFF"/>
            </a:solidFill>
          </a:ln>
          <a:effectLst>
            <a:outerShdw blurRad="101600" dist="50800" dir="81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400" i="1">
                <a:solidFill>
                  <a:srgbClr val="999999"/>
                </a:solidFill>
              </a:rPr>
              <a:t>Cropped Logo 2
(show only a small portion)
White border + shadow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709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999999"/>
                </a:solidFill>
              </a:rPr>
              <a:t>BrandsA [Brand1]-[Brand2].png — Crop logos to show just enough to be gettable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64008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R_Q_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0972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0B981"/>
                </a:solidFill>
              </a:rPr>
              <a:t>Name The Brand.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3840480" cy="3200400"/>
          </a:xfrm>
          <a:prstGeom prst="rect">
            <a:avLst/>
          </a:prstGeom>
          <a:solidFill>
            <a:srgbClr val="F0F0F0"/>
          </a:solidFill>
          <a:ln>
            <a:noFill/>
          </a:ln>
          <a:ln w="63500">
            <a:solidFill>
              <a:srgbClr val="FFFFFF"/>
            </a:solidFill>
          </a:ln>
          <a:effectLst>
            <a:outerShdw blurRad="101600" dist="50800" dir="81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400" i="1">
                <a:solidFill>
                  <a:srgbClr val="999999"/>
                </a:solidFill>
              </a:rPr>
              <a:t>Full Logo 1
(white border + shadow)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822960"/>
            <a:ext cx="3840480" cy="3200400"/>
          </a:xfrm>
          <a:prstGeom prst="rect">
            <a:avLst/>
          </a:prstGeom>
          <a:solidFill>
            <a:srgbClr val="F0F0F0"/>
          </a:solidFill>
          <a:ln>
            <a:noFill/>
          </a:ln>
          <a:ln w="63500">
            <a:solidFill>
              <a:srgbClr val="FFFFFF"/>
            </a:solidFill>
          </a:ln>
          <a:effectLst>
            <a:outerShdw blurRad="101600" dist="50800" dir="81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400" i="1">
                <a:solidFill>
                  <a:srgbClr val="999999"/>
                </a:solidFill>
              </a:rPr>
              <a:t>Full Logo 2
(white border + shadow)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</a:rPr>
              <a:t>Brand 1 &amp; Brand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640080" cy="32004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R_Q_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0972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Ghost Actors.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8229600" cy="402336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101600" dist="50800" dir="81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400" i="1">
                <a:solidFill>
                  <a:srgbClr val="999999"/>
                </a:solidFill>
              </a:rPr>
              <a:t>Drop ghosted movie scene here
(actors' faces removed via Content-Aware Fill)
Scene should be recognizable, actors guessable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709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999999"/>
                </a:solidFill>
              </a:rPr>
              <a:t>GhostA [Movie] – [Actor Names].png — Lasso skin, Content-Aware Fill, keep clothes/hats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640080" cy="32004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R_Q_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0972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Ghost Actors.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8229600" cy="347472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101600" dist="50800" dir="81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400" i="1">
                <a:solidFill>
                  <a:srgbClr val="999999"/>
                </a:solidFill>
              </a:rPr>
              <a:t>Original movie scene
(with actors visible)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0B4D8"/>
                </a:solidFill>
              </a:rPr>
              <a:t>Actor 1 &amp; Actor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640080" cy="3200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R_Q_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09728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7E22"/>
                </a:solidFill>
              </a:rPr>
              <a:t>Where in the world is...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7680960" cy="4023360"/>
          </a:xfrm>
          <a:prstGeom prst="rect">
            <a:avLst/>
          </a:prstGeom>
          <a:solidFill>
            <a:srgbClr val="F0F0F0"/>
          </a:solidFill>
          <a:ln>
            <a:noFill/>
          </a:ln>
          <a:ln w="63500">
            <a:solidFill>
              <a:srgbClr val="FFFFFF"/>
            </a:solidFill>
          </a:ln>
          <a:effectLst>
            <a:outerShdw blurRad="101600" dist="50800" dir="81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400" i="1">
                <a:solidFill>
                  <a:srgbClr val="999999"/>
                </a:solidFill>
              </a:rPr>
              <a:t>Satellite map with 4 pins (A, B, C, D)
No labels or borders
Use Chelsea Market font for pin letters
White border + shadow, slight rotation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709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999999"/>
                </a:solidFill>
              </a:rPr>
              <a:t>CarmenA [Location].png — Map portion only, no labels/borders, 4 pins labeled A-D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640080" cy="3200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R_Q_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09728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7E22"/>
                </a:solidFill>
              </a:rPr>
              <a:t>Where in the world is...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7680960" cy="4023360"/>
          </a:xfrm>
          <a:prstGeom prst="rect">
            <a:avLst/>
          </a:prstGeom>
          <a:solidFill>
            <a:srgbClr val="F0F0F0"/>
          </a:solidFill>
          <a:ln>
            <a:noFill/>
          </a:ln>
          <a:ln w="63500">
            <a:solidFill>
              <a:srgbClr val="FFFFFF"/>
            </a:solidFill>
          </a:ln>
          <a:effectLst>
            <a:outerShdw blurRad="101600" dist="50800" dir="81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400" i="1">
                <a:solidFill>
                  <a:srgbClr val="999999"/>
                </a:solidFill>
              </a:rPr>
              <a:t>Same map — correct pin turned GREEN
CarmenB [Location].png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640080" cy="3200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R_Q_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0972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74C3C"/>
                </a:solidFill>
              </a:rPr>
              <a:t>Crack The Code.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777240"/>
            <a:ext cx="3200400" cy="4023360"/>
          </a:xfrm>
          <a:prstGeom prst="rect">
            <a:avLst/>
          </a:prstGeom>
          <a:solidFill>
            <a:srgbClr val="F0F0F0"/>
          </a:solidFill>
          <a:ln>
            <a:noFill/>
          </a:ln>
          <a:ln w="63500">
            <a:solidFill>
              <a:srgbClr val="FFFFFF"/>
            </a:solidFill>
          </a:ln>
          <a:effectLst>
            <a:outerShdw blurRad="101600" dist="50800" dir="81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400" i="1">
                <a:solidFill>
                  <a:srgbClr val="999999"/>
                </a:solidFill>
              </a:rPr>
              <a:t>Movie poster
(actor name replaced
with emoji/code)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716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</a:rPr>
              <a:t>Code/emoji clues go 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709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999999"/>
                </a:solidFill>
              </a:rPr>
              <a:t>CrackA [Movie] [Actor].png — Replace actor name with emojis/symbols on the poster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640080" cy="3200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R_Q_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0972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74C3C"/>
                </a:solidFill>
              </a:rPr>
              <a:t>Crack The Code.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777240"/>
            <a:ext cx="3200400" cy="4023360"/>
          </a:xfrm>
          <a:prstGeom prst="rect">
            <a:avLst/>
          </a:prstGeom>
          <a:solidFill>
            <a:srgbClr val="F0F0F0"/>
          </a:solidFill>
          <a:ln>
            <a:noFill/>
          </a:ln>
          <a:ln w="63500">
            <a:solidFill>
              <a:srgbClr val="FFFFFF"/>
            </a:solidFill>
          </a:ln>
          <a:effectLst>
            <a:outerShdw blurRad="101600" dist="50800" dir="81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400" i="1">
                <a:solidFill>
                  <a:srgbClr val="999999"/>
                </a:solidFill>
              </a:rPr>
              <a:t>Original movie poster
(with real name)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8288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E74C3C"/>
                </a:solidFill>
              </a:rPr>
              <a:t>Actor Name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640080" cy="32004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R_Q_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0972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Word Puzzle.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333333"/>
                </a:solidFill>
              </a:rPr>
              <a:t>M _
_ E _ _ E E _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3200400"/>
            <a:ext cx="2743200" cy="1371600"/>
          </a:xfrm>
          <a:prstGeom prst="rect">
            <a:avLst/>
          </a:prstGeom>
          <a:solidFill>
            <a:srgbClr val="F0F0F0"/>
          </a:solidFill>
          <a:ln>
            <a:noFill/>
          </a:ln>
          <a:ln w="63500">
            <a:solidFill>
              <a:srgbClr val="FFFFFF"/>
            </a:solidFill>
          </a:ln>
          <a:effectLst>
            <a:outerShdw blurRad="101600" dist="50800" dir="81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400" i="1">
                <a:solidFill>
                  <a:srgbClr val="999999"/>
                </a:solidFill>
              </a:rPr>
              <a:t>Category image
(e.g. 'Australian TV')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999999"/>
                </a:solidFill>
              </a:rPr>
              <a:t>Category: ___________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64008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R_Q_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0972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0B981"/>
                </a:solidFill>
              </a:rPr>
              <a:t>Know Connection.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3840480" cy="1920240"/>
          </a:xfrm>
          <a:prstGeom prst="rect">
            <a:avLst/>
          </a:prstGeom>
          <a:solidFill>
            <a:srgbClr val="F0F0F0"/>
          </a:solidFill>
          <a:ln>
            <a:noFill/>
          </a:ln>
          <a:ln w="63500">
            <a:solidFill>
              <a:srgbClr val="FFFFFF"/>
            </a:solidFill>
          </a:ln>
          <a:effectLst>
            <a:outerShdw blurRad="101600" dist="50800" dir="81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400" i="1">
                <a:solidFill>
                  <a:srgbClr val="999999"/>
                </a:solidFill>
              </a:rPr>
              <a:t>Image 1
(white border + shadow)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822960"/>
            <a:ext cx="3840480" cy="1920240"/>
          </a:xfrm>
          <a:prstGeom prst="rect">
            <a:avLst/>
          </a:prstGeom>
          <a:solidFill>
            <a:srgbClr val="F0F0F0"/>
          </a:solidFill>
          <a:ln>
            <a:noFill/>
          </a:ln>
          <a:ln w="63500">
            <a:solidFill>
              <a:srgbClr val="FFFFFF"/>
            </a:solidFill>
          </a:ln>
          <a:effectLst>
            <a:outerShdw blurRad="101600" dist="50800" dir="81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400" i="1">
                <a:solidFill>
                  <a:srgbClr val="999999"/>
                </a:solidFill>
              </a:rPr>
              <a:t>Image 2
(white border + shadow)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880360"/>
            <a:ext cx="3840480" cy="1920240"/>
          </a:xfrm>
          <a:prstGeom prst="rect">
            <a:avLst/>
          </a:prstGeom>
          <a:solidFill>
            <a:srgbClr val="F0F0F0"/>
          </a:solidFill>
          <a:ln>
            <a:noFill/>
          </a:ln>
          <a:ln w="63500">
            <a:solidFill>
              <a:srgbClr val="FFFFFF"/>
            </a:solidFill>
          </a:ln>
          <a:effectLst>
            <a:outerShdw blurRad="101600" dist="50800" dir="81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400" i="1">
                <a:solidFill>
                  <a:srgbClr val="999999"/>
                </a:solidFill>
              </a:rPr>
              <a:t>Image 3
(white border + shadow)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2880360"/>
            <a:ext cx="3840480" cy="1920240"/>
          </a:xfrm>
          <a:prstGeom prst="rect">
            <a:avLst/>
          </a:prstGeom>
          <a:solidFill>
            <a:srgbClr val="F0F0F0"/>
          </a:solidFill>
          <a:ln>
            <a:noFill/>
          </a:ln>
          <a:ln w="63500">
            <a:solidFill>
              <a:srgbClr val="FFFFFF"/>
            </a:solidFill>
          </a:ln>
          <a:effectLst>
            <a:outerShdw blurRad="101600" dist="50800" dir="81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400" i="1">
                <a:solidFill>
                  <a:srgbClr val="999999"/>
                </a:solidFill>
              </a:rPr>
              <a:t>Image 4
(white border + shadow)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09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999999"/>
                </a:solidFill>
              </a:rPr>
              <a:t>4 images that share a hidden connection — each with white border + shadow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640080" cy="32004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R_Q_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0972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Gambler Pairs.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3657600" cy="3840480"/>
          </a:xfrm>
          <a:prstGeom prst="rect">
            <a:avLst/>
          </a:prstGeom>
          <a:solidFill>
            <a:srgbClr val="F0F0F0"/>
          </a:solidFill>
          <a:ln>
            <a:noFill/>
          </a:ln>
          <a:ln w="63500">
            <a:solidFill>
              <a:srgbClr val="FFFFFF"/>
            </a:solidFill>
          </a:ln>
          <a:effectLst>
            <a:outerShdw blurRad="101600" dist="50800" dir="81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400" i="1">
                <a:solidFill>
                  <a:srgbClr val="999999"/>
                </a:solidFill>
              </a:rPr>
              <a:t>Category/theme image
(white border + shadow)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0972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333333"/>
                </a:solidFill>
              </a:rPr>
              <a:t>1. Question 1 text here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333333"/>
                </a:solidFill>
              </a:rPr>
              <a:t>2. Question 2 text here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333333"/>
                </a:solidFill>
              </a:rPr>
              <a:t>3. Question 3 text here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333333"/>
                </a:solidFill>
              </a:rPr>
              <a:t>4. Question 4 text here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640080" cy="3200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R_Q_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0972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67E22"/>
                </a:solidFill>
              </a:rPr>
              <a:t>Guess The Year.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005840"/>
            <a:ext cx="228600" cy="2286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9601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333333"/>
                </a:solidFill>
              </a:rPr>
              <a:t>Clue 1 goes here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920240"/>
            <a:ext cx="228600" cy="2286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333333"/>
                </a:solidFill>
              </a:rPr>
              <a:t>Clue 2 goes here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834640"/>
            <a:ext cx="228600" cy="228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788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333333"/>
                </a:solidFill>
              </a:rPr>
              <a:t>Clue 3 goes here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749039"/>
            <a:ext cx="228600" cy="2286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7033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333333"/>
                </a:solidFill>
              </a:rPr>
              <a:t>Clue 4 goes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709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999999"/>
                </a:solidFill>
              </a:rPr>
              <a:t>4 clues revealed one at a time — each gets progressively easier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